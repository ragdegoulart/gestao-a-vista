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026BC-2CC9-5154-0AE6-3D78079DE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377E84-96C8-ED27-94BD-5F2E8E88E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0AD7B2-7181-C205-51EC-CBAED9F5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432CCB-C0B9-3D7C-25CA-3AAE2206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0C65A9-8A1E-0406-89FD-3338401A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61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6EAE-6DD9-973B-D9D8-7C04B07E8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B5A273-8ED8-8437-5A3E-B05FF4A92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589E26-2348-4FDD-08FE-ABF71A05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CFAF9-BC70-48E7-D5A7-41600A60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5C9000-6776-FAC8-559A-D5DB1880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45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5EDE8-AC3B-9FC2-15AC-FBB8CF1E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4FDEA0-EC38-18D9-7A4B-BA630D047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C37A6-440E-1AB9-4A40-D9E1F816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76D3FE-079B-5733-2B99-6C527A28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868CB-F127-7963-BD91-91B19B64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73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AD7B6-CB35-F131-E21E-3987CC79D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F0E83-5FC6-E283-5453-F3E09A523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6F3BA7-E635-F578-A17E-B8AEF2241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43A0CE-6822-4209-2BA8-0904AAF6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C4EF90-DAE7-A4E2-61F7-E4C553AC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D45DD5-89EC-A64C-475D-B3CF8E2E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35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199D8-B854-9AA1-09F9-5725F161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C154C8-DC50-B70A-5974-15CB5B9B3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881298-CD25-C7BF-4693-1572EFAE6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746CD7-0271-34B1-6DF0-241072FEA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126C69-DACC-260F-7DD1-E634B5718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31DDF90-6111-3321-59A7-0CFFEA3E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3E014F4-EF8A-8FEE-3F15-C15B71726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4FE17B-5B44-1E24-93FF-F6CB6F37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70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3B2B7-DE3F-D21C-663A-0E6CAFD7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420011-0BA9-F066-626A-22D2BA9F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A5B7B0-DEC0-969D-21A1-4A5CCA9B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887E07-6F1D-22BA-7C35-2BEC0DFE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88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BE67A1A-AEA4-745E-90DA-380E54E98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484294-C0D8-FAA9-A58D-43A5DB05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CFA350-8DCA-5741-46FF-515CC355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53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B4317C-9416-8D63-E24C-04954B30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41F48-B0C3-E056-7D22-6D3D49A55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40149-176C-76B5-3B09-261A443A9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4FABEF-0469-DFC1-9A6C-1EB1F8B7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0D469-1623-8058-7D8F-F778BD421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8CB48C-F28F-9737-DD8A-650393A8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395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BF032-9E62-FA01-9F73-5B0CDC5E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E8BBD6-CD61-9672-522A-DB1FD2B2B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4FC6B4-C099-ADC3-EE78-28034D68A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D96D67-CB70-37FB-8D3C-F28FFC71D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3B5FD3-B2E5-637D-47EB-27053438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8EDC93-6268-E569-E4C3-F02D403F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36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D75CD-D1DF-CBAA-AEE2-B1F20D10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82E185-0BF7-58AF-D6AE-0F0AF501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0AFF-3C8D-E62D-BC4B-9C2918BB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ADA527-306D-952F-AB68-6306CE2D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2E6055-32F4-37F0-CEBB-C19D74F9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8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C9EA2D-724D-F784-3801-7D38828DE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DED734-372D-508A-92CB-8889A6C85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D6E6B0-4349-08B2-BA0D-BB354FAD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D5A218-6A56-DBBC-8E74-38FF68B62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CE130-A33A-B532-7780-462C31D9F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426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926DD3-5900-BB4E-B53C-4F6D0E13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F46D02-118A-3E2F-CA9B-355C61EFC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CD9824-D209-D425-6163-3B56B7A11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4886B-C01D-4DF4-9082-90B21D958C1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AEE434-AAE3-6ECA-750C-DE4EE4B52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27FDFD-3259-4E36-26EA-E158A0F14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757A4E-15D4-437C-91CA-2544826143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68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EADCB31-DBA0-A03D-02F8-67CD978B6DFF}"/>
              </a:ext>
            </a:extLst>
          </p:cNvPr>
          <p:cNvSpPr/>
          <p:nvPr/>
        </p:nvSpPr>
        <p:spPr>
          <a:xfrm>
            <a:off x="137652" y="255639"/>
            <a:ext cx="2632980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35DED4-24B6-C972-318A-B163CB760842}"/>
              </a:ext>
            </a:extLst>
          </p:cNvPr>
          <p:cNvSpPr txBox="1"/>
          <p:nvPr/>
        </p:nvSpPr>
        <p:spPr>
          <a:xfrm>
            <a:off x="137652" y="33097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Workspace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2AECB6-3B26-DCC1-915D-778DDF50E077}"/>
              </a:ext>
            </a:extLst>
          </p:cNvPr>
          <p:cNvSpPr/>
          <p:nvPr/>
        </p:nvSpPr>
        <p:spPr>
          <a:xfrm>
            <a:off x="1442817" y="387620"/>
            <a:ext cx="1154079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Comercial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D2C460-DE4A-D6B8-EAC5-21CD0AEA3EE0}"/>
              </a:ext>
            </a:extLst>
          </p:cNvPr>
          <p:cNvSpPr/>
          <p:nvPr/>
        </p:nvSpPr>
        <p:spPr>
          <a:xfrm>
            <a:off x="585216" y="950976"/>
            <a:ext cx="2011680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Adicionar Dashboard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C97BA8-B494-9EEF-8180-128BE2506CD2}"/>
              </a:ext>
            </a:extLst>
          </p:cNvPr>
          <p:cNvSpPr txBox="1"/>
          <p:nvPr/>
        </p:nvSpPr>
        <p:spPr>
          <a:xfrm>
            <a:off x="230819" y="1514332"/>
            <a:ext cx="21925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Marketing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Leads Gerados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MQLs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SQLs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Canais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Prospecção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Ações Realizadas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Agendas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b="1" dirty="0"/>
              <a:t>Funil de 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Forecast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Desempenho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Vendedores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Região</a:t>
            </a:r>
          </a:p>
          <a:p>
            <a:endParaRPr lang="pt-BR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4F1285-094C-BF8A-7A86-275DCBF5C2FD}"/>
              </a:ext>
            </a:extLst>
          </p:cNvPr>
          <p:cNvSpPr/>
          <p:nvPr/>
        </p:nvSpPr>
        <p:spPr>
          <a:xfrm>
            <a:off x="338328" y="6399014"/>
            <a:ext cx="2258568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Play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DC7F41-CA89-1AA0-347B-435640CB6F87}"/>
              </a:ext>
            </a:extLst>
          </p:cNvPr>
          <p:cNvSpPr/>
          <p:nvPr/>
        </p:nvSpPr>
        <p:spPr>
          <a:xfrm>
            <a:off x="2747982" y="255639"/>
            <a:ext cx="8974626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82192CA-3448-99F8-2E9E-EE4752F63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471" y="387620"/>
            <a:ext cx="8618257" cy="606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13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4DFC7-7340-887B-7186-708DAF90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D36C969-3DFA-D3B1-AF91-112514609B3D}"/>
              </a:ext>
            </a:extLst>
          </p:cNvPr>
          <p:cNvSpPr/>
          <p:nvPr/>
        </p:nvSpPr>
        <p:spPr>
          <a:xfrm>
            <a:off x="137652" y="255639"/>
            <a:ext cx="2632980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E88877-E5BD-72CA-7C74-782A4605366B}"/>
              </a:ext>
            </a:extLst>
          </p:cNvPr>
          <p:cNvSpPr txBox="1"/>
          <p:nvPr/>
        </p:nvSpPr>
        <p:spPr>
          <a:xfrm>
            <a:off x="137652" y="33097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Workspace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B5CC6BE-FA8B-C0B7-2C18-E398C3D779B6}"/>
              </a:ext>
            </a:extLst>
          </p:cNvPr>
          <p:cNvSpPr/>
          <p:nvPr/>
        </p:nvSpPr>
        <p:spPr>
          <a:xfrm>
            <a:off x="1442817" y="387620"/>
            <a:ext cx="1154079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Comercial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270CA34-AED5-6E98-CC27-C6CBF53D242E}"/>
              </a:ext>
            </a:extLst>
          </p:cNvPr>
          <p:cNvSpPr/>
          <p:nvPr/>
        </p:nvSpPr>
        <p:spPr>
          <a:xfrm>
            <a:off x="585216" y="950976"/>
            <a:ext cx="2011680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Adicionar Dashboard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553C5B-4202-9DCE-27C5-753694B1B986}"/>
              </a:ext>
            </a:extLst>
          </p:cNvPr>
          <p:cNvSpPr txBox="1"/>
          <p:nvPr/>
        </p:nvSpPr>
        <p:spPr>
          <a:xfrm>
            <a:off x="230819" y="1514332"/>
            <a:ext cx="21925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Marketing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Leads Gerados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MQLs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SQLs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Canais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Prospecção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Ações Realizadas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Agendas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b="1" dirty="0"/>
              <a:t>Funil de 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Forecast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Desempenho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Vendedores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Região</a:t>
            </a:r>
          </a:p>
          <a:p>
            <a:endParaRPr lang="pt-BR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7906AAF-D589-68AC-4CE2-2B01749D7731}"/>
              </a:ext>
            </a:extLst>
          </p:cNvPr>
          <p:cNvSpPr/>
          <p:nvPr/>
        </p:nvSpPr>
        <p:spPr>
          <a:xfrm>
            <a:off x="338328" y="6399014"/>
            <a:ext cx="2258568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Play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85F2E1-B3BB-7334-F442-7CB8D4E2F6A6}"/>
              </a:ext>
            </a:extLst>
          </p:cNvPr>
          <p:cNvSpPr/>
          <p:nvPr/>
        </p:nvSpPr>
        <p:spPr>
          <a:xfrm>
            <a:off x="2747982" y="255639"/>
            <a:ext cx="8974626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70D32E9-60B2-6C67-ED67-3095E320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471" y="387620"/>
            <a:ext cx="8618257" cy="6061994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ABD88A11-8039-4939-FFE9-A6CFDC897B39}"/>
              </a:ext>
            </a:extLst>
          </p:cNvPr>
          <p:cNvSpPr/>
          <p:nvPr/>
        </p:nvSpPr>
        <p:spPr>
          <a:xfrm>
            <a:off x="230819" y="330970"/>
            <a:ext cx="11308909" cy="6324076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EA182A6-047E-1256-E3F5-79B35E58E49B}"/>
              </a:ext>
            </a:extLst>
          </p:cNvPr>
          <p:cNvSpPr/>
          <p:nvPr/>
        </p:nvSpPr>
        <p:spPr>
          <a:xfrm>
            <a:off x="2063871" y="521208"/>
            <a:ext cx="5454530" cy="31918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316EA0A-ECD2-37F4-B0F3-555FEEBD2988}"/>
              </a:ext>
            </a:extLst>
          </p:cNvPr>
          <p:cNvSpPr txBox="1"/>
          <p:nvPr/>
        </p:nvSpPr>
        <p:spPr>
          <a:xfrm>
            <a:off x="3597899" y="615573"/>
            <a:ext cx="2156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Adicionar </a:t>
            </a:r>
            <a:r>
              <a:rPr lang="pt-BR" dirty="0" err="1"/>
              <a:t>Dashoard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8DA5FD4-715D-0620-1D14-26CF40A7D3D3}"/>
              </a:ext>
            </a:extLst>
          </p:cNvPr>
          <p:cNvSpPr txBox="1"/>
          <p:nvPr/>
        </p:nvSpPr>
        <p:spPr>
          <a:xfrm>
            <a:off x="2459191" y="1613559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URL: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A4473EF-1C63-0E7D-BB0F-2661E943D949}"/>
              </a:ext>
            </a:extLst>
          </p:cNvPr>
          <p:cNvSpPr/>
          <p:nvPr/>
        </p:nvSpPr>
        <p:spPr>
          <a:xfrm>
            <a:off x="3044460" y="1680044"/>
            <a:ext cx="4032504" cy="227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87C38BD-FEC2-D78E-8574-A19CBF904B69}"/>
              </a:ext>
            </a:extLst>
          </p:cNvPr>
          <p:cNvSpPr txBox="1"/>
          <p:nvPr/>
        </p:nvSpPr>
        <p:spPr>
          <a:xfrm>
            <a:off x="2359080" y="2019670"/>
            <a:ext cx="685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Token: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1CA7FAC-4EE8-6A0E-3555-9719E651D1C8}"/>
              </a:ext>
            </a:extLst>
          </p:cNvPr>
          <p:cNvSpPr/>
          <p:nvPr/>
        </p:nvSpPr>
        <p:spPr>
          <a:xfrm>
            <a:off x="3044460" y="2060044"/>
            <a:ext cx="4032504" cy="227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53E293C-AD5A-178D-5386-D77F705F78D8}"/>
              </a:ext>
            </a:extLst>
          </p:cNvPr>
          <p:cNvSpPr/>
          <p:nvPr/>
        </p:nvSpPr>
        <p:spPr>
          <a:xfrm>
            <a:off x="3044460" y="1300045"/>
            <a:ext cx="4032504" cy="2270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/>
                </a:solidFill>
              </a:rPr>
              <a:t>Metabase / Power BI / </a:t>
            </a:r>
            <a:r>
              <a:rPr lang="pt-BR" sz="1400" dirty="0" err="1">
                <a:solidFill>
                  <a:schemeClr val="tx1"/>
                </a:solidFill>
              </a:rPr>
              <a:t>Looker</a:t>
            </a:r>
            <a:r>
              <a:rPr lang="pt-BR" sz="1400" dirty="0">
                <a:solidFill>
                  <a:schemeClr val="tx1"/>
                </a:solidFill>
              </a:rPr>
              <a:t> / </a:t>
            </a:r>
            <a:r>
              <a:rPr lang="pt-BR" sz="1400" dirty="0" err="1">
                <a:solidFill>
                  <a:schemeClr val="tx1"/>
                </a:solidFill>
              </a:rPr>
              <a:t>SuperSet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E0823CE-3860-DAE3-383B-53C39DA996DE}"/>
              </a:ext>
            </a:extLst>
          </p:cNvPr>
          <p:cNvSpPr txBox="1"/>
          <p:nvPr/>
        </p:nvSpPr>
        <p:spPr>
          <a:xfrm>
            <a:off x="2079493" y="1260062"/>
            <a:ext cx="964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Conector: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CEDC3C4-A7EB-6569-52D8-AF2087215BBC}"/>
              </a:ext>
            </a:extLst>
          </p:cNvPr>
          <p:cNvSpPr txBox="1"/>
          <p:nvPr/>
        </p:nvSpPr>
        <p:spPr>
          <a:xfrm>
            <a:off x="2359080" y="2399670"/>
            <a:ext cx="3834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Exibir Campos conforme Conector Selecionado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61FFBD1-2230-7BD1-F81A-4536645E44FE}"/>
              </a:ext>
            </a:extLst>
          </p:cNvPr>
          <p:cNvSpPr/>
          <p:nvPr/>
        </p:nvSpPr>
        <p:spPr>
          <a:xfrm>
            <a:off x="3742387" y="2935850"/>
            <a:ext cx="2011680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Adicionar Dashboard</a:t>
            </a:r>
          </a:p>
        </p:txBody>
      </p:sp>
    </p:spTree>
    <p:extLst>
      <p:ext uri="{BB962C8B-B14F-4D97-AF65-F5344CB8AC3E}">
        <p14:creationId xmlns:p14="http://schemas.microsoft.com/office/powerpoint/2010/main" val="612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4AA1E-AF91-E46F-516D-9D3480C3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6E371F6-5442-C2EB-BC1A-895E72F4745D}"/>
              </a:ext>
            </a:extLst>
          </p:cNvPr>
          <p:cNvSpPr/>
          <p:nvPr/>
        </p:nvSpPr>
        <p:spPr>
          <a:xfrm>
            <a:off x="137652" y="255639"/>
            <a:ext cx="2632980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C012F0-12D7-94BA-5062-F7AC71AAFE85}"/>
              </a:ext>
            </a:extLst>
          </p:cNvPr>
          <p:cNvSpPr txBox="1"/>
          <p:nvPr/>
        </p:nvSpPr>
        <p:spPr>
          <a:xfrm>
            <a:off x="137652" y="33097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Workspace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109F5D-70A4-EAE0-9488-D582D0D98060}"/>
              </a:ext>
            </a:extLst>
          </p:cNvPr>
          <p:cNvSpPr/>
          <p:nvPr/>
        </p:nvSpPr>
        <p:spPr>
          <a:xfrm>
            <a:off x="1442817" y="387620"/>
            <a:ext cx="1154079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Comercial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7282D8-5E24-326D-EBF8-D1360D1F9BA9}"/>
              </a:ext>
            </a:extLst>
          </p:cNvPr>
          <p:cNvSpPr/>
          <p:nvPr/>
        </p:nvSpPr>
        <p:spPr>
          <a:xfrm>
            <a:off x="585216" y="950976"/>
            <a:ext cx="2011680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Adicionar Dashboard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A1DE510-C5A6-0DA1-7B68-6F00F550FB4F}"/>
              </a:ext>
            </a:extLst>
          </p:cNvPr>
          <p:cNvSpPr txBox="1"/>
          <p:nvPr/>
        </p:nvSpPr>
        <p:spPr>
          <a:xfrm>
            <a:off x="230819" y="1514332"/>
            <a:ext cx="21925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Marketing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Leads Gerados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MQLs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SQLs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Canais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Prospecção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Ações Realizadas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Agendas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b="1" dirty="0"/>
              <a:t>Funil de 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Forecast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Desempenho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Vendedores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Região</a:t>
            </a:r>
          </a:p>
          <a:p>
            <a:endParaRPr lang="pt-BR" sz="12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4DA2CD-961B-D88C-B146-20D27DCAC67E}"/>
              </a:ext>
            </a:extLst>
          </p:cNvPr>
          <p:cNvSpPr/>
          <p:nvPr/>
        </p:nvSpPr>
        <p:spPr>
          <a:xfrm>
            <a:off x="338328" y="6399014"/>
            <a:ext cx="2258568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Play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F2BB198-4128-37DE-0817-44B60AF78762}"/>
              </a:ext>
            </a:extLst>
          </p:cNvPr>
          <p:cNvSpPr/>
          <p:nvPr/>
        </p:nvSpPr>
        <p:spPr>
          <a:xfrm>
            <a:off x="2747982" y="255639"/>
            <a:ext cx="8974626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82209B7-ACE9-2106-8A57-55D5C738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471" y="387620"/>
            <a:ext cx="8618257" cy="6061994"/>
          </a:xfrm>
          <a:prstGeom prst="rect">
            <a:avLst/>
          </a:prstGeom>
        </p:spPr>
      </p:pic>
      <p:sp>
        <p:nvSpPr>
          <p:cNvPr id="38" name="Retângulo 37">
            <a:extLst>
              <a:ext uri="{FF2B5EF4-FFF2-40B4-BE49-F238E27FC236}">
                <a16:creationId xmlns:a16="http://schemas.microsoft.com/office/drawing/2014/main" id="{55C8D602-A33D-23DE-5496-A242270D5CB0}"/>
              </a:ext>
            </a:extLst>
          </p:cNvPr>
          <p:cNvSpPr/>
          <p:nvPr/>
        </p:nvSpPr>
        <p:spPr>
          <a:xfrm>
            <a:off x="230819" y="330970"/>
            <a:ext cx="11308909" cy="6324076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F72E33D-7D76-ECEC-9145-027464A011D4}"/>
              </a:ext>
            </a:extLst>
          </p:cNvPr>
          <p:cNvSpPr/>
          <p:nvPr/>
        </p:nvSpPr>
        <p:spPr>
          <a:xfrm>
            <a:off x="1442817" y="577858"/>
            <a:ext cx="5373619" cy="59491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4629C09-8014-24A1-8F7D-E15EF6A0EFA2}"/>
              </a:ext>
            </a:extLst>
          </p:cNvPr>
          <p:cNvSpPr txBox="1"/>
          <p:nvPr/>
        </p:nvSpPr>
        <p:spPr>
          <a:xfrm>
            <a:off x="3406017" y="651884"/>
            <a:ext cx="604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Play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0AB94C94-82A2-7005-1280-0C9E620DCD79}"/>
              </a:ext>
            </a:extLst>
          </p:cNvPr>
          <p:cNvSpPr txBox="1"/>
          <p:nvPr/>
        </p:nvSpPr>
        <p:spPr>
          <a:xfrm>
            <a:off x="1949517" y="1447976"/>
            <a:ext cx="21925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Marketing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Leads Gerados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MQLs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 err="1"/>
              <a:t>SQLs</a:t>
            </a:r>
            <a:endParaRPr lang="pt-BR" sz="1200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Canais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Prospecção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Ações Realizadas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Agendas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200" dirty="0"/>
              <a:t>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b="1" dirty="0"/>
              <a:t>Funil de Vendas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Forecast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pt-BR" sz="1200" dirty="0"/>
              <a:t>Desempenho 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Vendedores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200" dirty="0"/>
              <a:t>Região</a:t>
            </a:r>
          </a:p>
          <a:p>
            <a:endParaRPr lang="pt-BR" sz="1200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11B2376-A930-8A4B-A40C-C2AB9DBC8420}"/>
              </a:ext>
            </a:extLst>
          </p:cNvPr>
          <p:cNvSpPr/>
          <p:nvPr/>
        </p:nvSpPr>
        <p:spPr>
          <a:xfrm>
            <a:off x="2870241" y="4905013"/>
            <a:ext cx="646423" cy="2194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7C5EC130-EF69-FF97-CD95-475DACDBCBF3}"/>
              </a:ext>
            </a:extLst>
          </p:cNvPr>
          <p:cNvSpPr/>
          <p:nvPr/>
        </p:nvSpPr>
        <p:spPr>
          <a:xfrm>
            <a:off x="3585278" y="4905013"/>
            <a:ext cx="2541715" cy="2194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/>
                </a:solidFill>
              </a:rPr>
              <a:t>Segundos, minutos, horas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4C407E0-EF59-AC20-C126-C3FB812F9B88}"/>
              </a:ext>
            </a:extLst>
          </p:cNvPr>
          <p:cNvSpPr txBox="1"/>
          <p:nvPr/>
        </p:nvSpPr>
        <p:spPr>
          <a:xfrm>
            <a:off x="1810399" y="4827050"/>
            <a:ext cx="1059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Intervalo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96659936-717F-3CA6-7604-23174E85921D}"/>
              </a:ext>
            </a:extLst>
          </p:cNvPr>
          <p:cNvSpPr/>
          <p:nvPr/>
        </p:nvSpPr>
        <p:spPr>
          <a:xfrm>
            <a:off x="1722007" y="1499069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9E7AF116-1D4C-92A3-FA8C-A7947CF810DB}"/>
              </a:ext>
            </a:extLst>
          </p:cNvPr>
          <p:cNvSpPr/>
          <p:nvPr/>
        </p:nvSpPr>
        <p:spPr>
          <a:xfrm>
            <a:off x="1722007" y="1294372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4630C3BD-8124-A8AA-CCA2-24F3A4CE2D4E}"/>
              </a:ext>
            </a:extLst>
          </p:cNvPr>
          <p:cNvSpPr/>
          <p:nvPr/>
        </p:nvSpPr>
        <p:spPr>
          <a:xfrm>
            <a:off x="1722007" y="1703766"/>
            <a:ext cx="176784" cy="1438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40B6CCE-6D67-08A1-6FBA-B65E48DF35DC}"/>
              </a:ext>
            </a:extLst>
          </p:cNvPr>
          <p:cNvSpPr/>
          <p:nvPr/>
        </p:nvSpPr>
        <p:spPr>
          <a:xfrm>
            <a:off x="1722007" y="1908463"/>
            <a:ext cx="176784" cy="1438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B7C300ED-29B5-F4F1-B31B-D08BE3E98C49}"/>
              </a:ext>
            </a:extLst>
          </p:cNvPr>
          <p:cNvSpPr/>
          <p:nvPr/>
        </p:nvSpPr>
        <p:spPr>
          <a:xfrm>
            <a:off x="1722007" y="2113160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91A78A80-150A-69CE-C799-E5C1F2EEA12C}"/>
              </a:ext>
            </a:extLst>
          </p:cNvPr>
          <p:cNvSpPr/>
          <p:nvPr/>
        </p:nvSpPr>
        <p:spPr>
          <a:xfrm>
            <a:off x="1722007" y="2317857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1B17F01E-FCCF-9543-0220-687085DEB76D}"/>
              </a:ext>
            </a:extLst>
          </p:cNvPr>
          <p:cNvSpPr/>
          <p:nvPr/>
        </p:nvSpPr>
        <p:spPr>
          <a:xfrm>
            <a:off x="1722007" y="2522554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8E257AEE-20DC-AEF9-5424-0AE984AC5017}"/>
              </a:ext>
            </a:extLst>
          </p:cNvPr>
          <p:cNvSpPr/>
          <p:nvPr/>
        </p:nvSpPr>
        <p:spPr>
          <a:xfrm>
            <a:off x="1722007" y="2727251"/>
            <a:ext cx="176784" cy="14382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68B69400-ECC3-9F62-FB52-3AE49126E5FE}"/>
              </a:ext>
            </a:extLst>
          </p:cNvPr>
          <p:cNvSpPr/>
          <p:nvPr/>
        </p:nvSpPr>
        <p:spPr>
          <a:xfrm>
            <a:off x="1722007" y="2931948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457208F-CB60-578D-7720-A083009BB284}"/>
              </a:ext>
            </a:extLst>
          </p:cNvPr>
          <p:cNvSpPr/>
          <p:nvPr/>
        </p:nvSpPr>
        <p:spPr>
          <a:xfrm>
            <a:off x="1722007" y="3136645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EECD15EA-6388-37BB-69A8-3612D6079036}"/>
              </a:ext>
            </a:extLst>
          </p:cNvPr>
          <p:cNvSpPr/>
          <p:nvPr/>
        </p:nvSpPr>
        <p:spPr>
          <a:xfrm>
            <a:off x="1722007" y="3341342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C0194829-1E6B-A6A2-0B84-77CF395D70F7}"/>
              </a:ext>
            </a:extLst>
          </p:cNvPr>
          <p:cNvSpPr/>
          <p:nvPr/>
        </p:nvSpPr>
        <p:spPr>
          <a:xfrm>
            <a:off x="1722007" y="3546039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E18EEBCC-9E16-4204-A026-EC16B04C868C}"/>
              </a:ext>
            </a:extLst>
          </p:cNvPr>
          <p:cNvSpPr/>
          <p:nvPr/>
        </p:nvSpPr>
        <p:spPr>
          <a:xfrm>
            <a:off x="1722007" y="3750736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A8B6197A-71FB-E668-8C57-D15A9C0BFBD7}"/>
              </a:ext>
            </a:extLst>
          </p:cNvPr>
          <p:cNvSpPr/>
          <p:nvPr/>
        </p:nvSpPr>
        <p:spPr>
          <a:xfrm>
            <a:off x="1722007" y="3955433"/>
            <a:ext cx="176784" cy="143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12A82B7C-A91A-C1B1-46A1-1479A537B2EA}"/>
              </a:ext>
            </a:extLst>
          </p:cNvPr>
          <p:cNvSpPr/>
          <p:nvPr/>
        </p:nvSpPr>
        <p:spPr>
          <a:xfrm>
            <a:off x="2738591" y="5474906"/>
            <a:ext cx="2258568" cy="256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209219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0FFF9-72D6-7604-0342-7829413D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CB796800-2B55-9A3E-928C-B7CF5640DA98}"/>
              </a:ext>
            </a:extLst>
          </p:cNvPr>
          <p:cNvSpPr/>
          <p:nvPr/>
        </p:nvSpPr>
        <p:spPr>
          <a:xfrm>
            <a:off x="397164" y="255639"/>
            <a:ext cx="11325444" cy="6499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8AB8AA7-78DE-BEBB-D608-EB70BC19C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1" y="387620"/>
            <a:ext cx="10848848" cy="620038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03AA339-E43A-5B70-D273-2672504C38F7}"/>
              </a:ext>
            </a:extLst>
          </p:cNvPr>
          <p:cNvSpPr/>
          <p:nvPr/>
        </p:nvSpPr>
        <p:spPr>
          <a:xfrm>
            <a:off x="11241024" y="330970"/>
            <a:ext cx="260096" cy="2054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X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0F3B1A-59A1-FD62-750A-6F4CB19A2C88}"/>
              </a:ext>
            </a:extLst>
          </p:cNvPr>
          <p:cNvSpPr txBox="1"/>
          <p:nvPr/>
        </p:nvSpPr>
        <p:spPr>
          <a:xfrm>
            <a:off x="5283200" y="-81427"/>
            <a:ext cx="1216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Modo Play</a:t>
            </a:r>
          </a:p>
        </p:txBody>
      </p:sp>
    </p:spTree>
    <p:extLst>
      <p:ext uri="{BB962C8B-B14F-4D97-AF65-F5344CB8AC3E}">
        <p14:creationId xmlns:p14="http://schemas.microsoft.com/office/powerpoint/2010/main" val="5458659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122</Words>
  <Application>Microsoft Office PowerPoint</Application>
  <PresentationFormat>Widescreen</PresentationFormat>
  <Paragraphs>82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Antonio Gomes</dc:creator>
  <cp:lastModifiedBy>Marcelo Antonio Gomes</cp:lastModifiedBy>
  <cp:revision>2</cp:revision>
  <dcterms:created xsi:type="dcterms:W3CDTF">2026-05-26T21:22:29Z</dcterms:created>
  <dcterms:modified xsi:type="dcterms:W3CDTF">2026-05-26T21:42:17Z</dcterms:modified>
</cp:coreProperties>
</file>